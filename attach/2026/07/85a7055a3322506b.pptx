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6"/>
  </p:notesMasterIdLst>
  <p:sldIdLst>
    <p:sldId id="263" r:id="rId4"/>
    <p:sldId id="26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9" Type="http://schemas.openxmlformats.org/officeDocument/2006/relationships/image" Target="../media/image2.png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3407410" cy="6858000"/>
          </a:xfrm>
          <a:prstGeom prst="rect">
            <a:avLst/>
          </a:prstGeom>
        </p:spPr>
      </p:pic>
      <p:sp>
        <p:nvSpPr>
          <p:cNvPr id="14" name="任意多边形: 形状 13"/>
          <p:cNvSpPr/>
          <p:nvPr userDrawn="1">
            <p:custDataLst>
              <p:tags r:id="rId4"/>
            </p:custDataLst>
          </p:nvPr>
        </p:nvSpPr>
        <p:spPr>
          <a:xfrm>
            <a:off x="0" y="1124"/>
            <a:ext cx="3406776" cy="6856876"/>
          </a:xfrm>
          <a:custGeom>
            <a:avLst/>
            <a:gdLst>
              <a:gd name="connsiteX0" fmla="*/ 0 w 3406776"/>
              <a:gd name="connsiteY0" fmla="*/ 0 h 6856876"/>
              <a:gd name="connsiteX1" fmla="*/ 154232 w 3406776"/>
              <a:gd name="connsiteY1" fmla="*/ 3900 h 6856876"/>
              <a:gd name="connsiteX2" fmla="*/ 3406776 w 3406776"/>
              <a:gd name="connsiteY2" fmla="*/ 3428438 h 6856876"/>
              <a:gd name="connsiteX3" fmla="*/ 154232 w 3406776"/>
              <a:gd name="connsiteY3" fmla="*/ 6852976 h 6856876"/>
              <a:gd name="connsiteX4" fmla="*/ 0 w 3406776"/>
              <a:gd name="connsiteY4" fmla="*/ 6856876 h 685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6776" h="6856876">
                <a:moveTo>
                  <a:pt x="0" y="0"/>
                </a:moveTo>
                <a:lnTo>
                  <a:pt x="154232" y="3900"/>
                </a:lnTo>
                <a:cubicBezTo>
                  <a:pt x="1966012" y="95739"/>
                  <a:pt x="3406776" y="1593835"/>
                  <a:pt x="3406776" y="3428438"/>
                </a:cubicBezTo>
                <a:cubicBezTo>
                  <a:pt x="3406776" y="5263041"/>
                  <a:pt x="1966012" y="6761137"/>
                  <a:pt x="154232" y="6852976"/>
                </a:cubicBezTo>
                <a:lnTo>
                  <a:pt x="0" y="6856876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 useBgFill="1">
        <p:nvSpPr>
          <p:cNvPr id="12" name="矩形: 圆角 11"/>
          <p:cNvSpPr/>
          <p:nvPr userDrawn="1">
            <p:custDataLst>
              <p:tags r:id="rId5"/>
            </p:custDataLst>
          </p:nvPr>
        </p:nvSpPr>
        <p:spPr>
          <a:xfrm>
            <a:off x="987546" y="1028700"/>
            <a:ext cx="10216909" cy="5207000"/>
          </a:xfrm>
          <a:prstGeom prst="roundRect">
            <a:avLst>
              <a:gd name="adj" fmla="val 6442"/>
            </a:avLst>
          </a:prstGeom>
          <a:ln w="3175">
            <a:solidFill>
              <a:schemeClr val="accent1">
                <a:alpha val="50000"/>
              </a:schemeClr>
            </a:solidFill>
          </a:ln>
          <a:effectLst>
            <a:outerShdw blurRad="444500" dist="508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60" name="椭圆 59"/>
          <p:cNvSpPr/>
          <p:nvPr userDrawn="1">
            <p:custDataLst>
              <p:tags r:id="rId6"/>
            </p:custDataLst>
          </p:nvPr>
        </p:nvSpPr>
        <p:spPr>
          <a:xfrm>
            <a:off x="10120630" y="5526405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 userDrawn="1">
            <p:custDataLst>
              <p:tags r:id="rId7"/>
            </p:custDataLst>
          </p:nvPr>
        </p:nvSpPr>
        <p:spPr>
          <a:xfrm>
            <a:off x="10256520" y="5526405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 userDrawn="1">
            <p:custDataLst>
              <p:tags r:id="rId8"/>
            </p:custDataLst>
          </p:nvPr>
        </p:nvSpPr>
        <p:spPr>
          <a:xfrm>
            <a:off x="10392410" y="5526405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 userDrawn="1">
            <p:custDataLst>
              <p:tags r:id="rId9"/>
            </p:custDataLst>
          </p:nvPr>
        </p:nvSpPr>
        <p:spPr>
          <a:xfrm>
            <a:off x="10664190" y="5526405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 userDrawn="1">
            <p:custDataLst>
              <p:tags r:id="rId10"/>
            </p:custDataLst>
          </p:nvPr>
        </p:nvSpPr>
        <p:spPr>
          <a:xfrm>
            <a:off x="10800080" y="5526405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 userDrawn="1">
            <p:custDataLst>
              <p:tags r:id="rId11"/>
            </p:custDataLst>
          </p:nvPr>
        </p:nvSpPr>
        <p:spPr>
          <a:xfrm>
            <a:off x="10528300" y="5526405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 userDrawn="1">
            <p:custDataLst>
              <p:tags r:id="rId12"/>
            </p:custDataLst>
          </p:nvPr>
        </p:nvSpPr>
        <p:spPr>
          <a:xfrm>
            <a:off x="10120630" y="562991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 userDrawn="1">
            <p:custDataLst>
              <p:tags r:id="rId13"/>
            </p:custDataLst>
          </p:nvPr>
        </p:nvSpPr>
        <p:spPr>
          <a:xfrm>
            <a:off x="10256520" y="562991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 userDrawn="1">
            <p:custDataLst>
              <p:tags r:id="rId14"/>
            </p:custDataLst>
          </p:nvPr>
        </p:nvSpPr>
        <p:spPr>
          <a:xfrm>
            <a:off x="10392410" y="562991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 userDrawn="1">
            <p:custDataLst>
              <p:tags r:id="rId15"/>
            </p:custDataLst>
          </p:nvPr>
        </p:nvSpPr>
        <p:spPr>
          <a:xfrm>
            <a:off x="10664190" y="562991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 userDrawn="1">
            <p:custDataLst>
              <p:tags r:id="rId16"/>
            </p:custDataLst>
          </p:nvPr>
        </p:nvSpPr>
        <p:spPr>
          <a:xfrm>
            <a:off x="10800080" y="562991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 userDrawn="1">
            <p:custDataLst>
              <p:tags r:id="rId17"/>
            </p:custDataLst>
          </p:nvPr>
        </p:nvSpPr>
        <p:spPr>
          <a:xfrm>
            <a:off x="10528300" y="562991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 userDrawn="1">
            <p:custDataLst>
              <p:tags r:id="rId18"/>
            </p:custDataLst>
          </p:nvPr>
        </p:nvSpPr>
        <p:spPr>
          <a:xfrm>
            <a:off x="10120630" y="573405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 userDrawn="1">
            <p:custDataLst>
              <p:tags r:id="rId19"/>
            </p:custDataLst>
          </p:nvPr>
        </p:nvSpPr>
        <p:spPr>
          <a:xfrm>
            <a:off x="10256520" y="573405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 userDrawn="1">
            <p:custDataLst>
              <p:tags r:id="rId20"/>
            </p:custDataLst>
          </p:nvPr>
        </p:nvSpPr>
        <p:spPr>
          <a:xfrm>
            <a:off x="10392410" y="573405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 userDrawn="1">
            <p:custDataLst>
              <p:tags r:id="rId21"/>
            </p:custDataLst>
          </p:nvPr>
        </p:nvSpPr>
        <p:spPr>
          <a:xfrm>
            <a:off x="10664190" y="573405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 userDrawn="1">
            <p:custDataLst>
              <p:tags r:id="rId22"/>
            </p:custDataLst>
          </p:nvPr>
        </p:nvSpPr>
        <p:spPr>
          <a:xfrm>
            <a:off x="10800080" y="573405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>
            <p:custDataLst>
              <p:tags r:id="rId23"/>
            </p:custDataLst>
          </p:nvPr>
        </p:nvSpPr>
        <p:spPr>
          <a:xfrm>
            <a:off x="10528300" y="5734050"/>
            <a:ext cx="56515" cy="56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24"/>
            </p:custDataLst>
          </p:nvPr>
        </p:nvSpPr>
        <p:spPr>
          <a:xfrm flipH="1">
            <a:off x="11517994" y="0"/>
            <a:ext cx="674006" cy="737419"/>
          </a:xfrm>
          <a:custGeom>
            <a:avLst/>
            <a:gdLst>
              <a:gd name="connsiteX0" fmla="*/ 0 w 674006"/>
              <a:gd name="connsiteY0" fmla="*/ 0 h 737419"/>
              <a:gd name="connsiteX1" fmla="*/ 667312 w 674006"/>
              <a:gd name="connsiteY1" fmla="*/ 0 h 737419"/>
              <a:gd name="connsiteX2" fmla="*/ 674006 w 674006"/>
              <a:gd name="connsiteY2" fmla="*/ 66406 h 737419"/>
              <a:gd name="connsiteX3" fmla="*/ 2993 w 674006"/>
              <a:gd name="connsiteY3" fmla="*/ 737419 h 737419"/>
              <a:gd name="connsiteX4" fmla="*/ 0 w 674006"/>
              <a:gd name="connsiteY4" fmla="*/ 737117 h 737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4006" h="737419">
                <a:moveTo>
                  <a:pt x="0" y="0"/>
                </a:moveTo>
                <a:lnTo>
                  <a:pt x="667312" y="0"/>
                </a:lnTo>
                <a:lnTo>
                  <a:pt x="674006" y="66406"/>
                </a:lnTo>
                <a:cubicBezTo>
                  <a:pt x="674006" y="436996"/>
                  <a:pt x="373583" y="737419"/>
                  <a:pt x="2993" y="737419"/>
                </a:cubicBezTo>
                <a:lnTo>
                  <a:pt x="0" y="737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/>
          <p:cNvSpPr/>
          <p:nvPr userDrawn="1">
            <p:custDataLst>
              <p:tags r:id="rId25"/>
            </p:custDataLst>
          </p:nvPr>
        </p:nvSpPr>
        <p:spPr>
          <a:xfrm flipH="1" flipV="1">
            <a:off x="11517994" y="6120581"/>
            <a:ext cx="674006" cy="737419"/>
          </a:xfrm>
          <a:custGeom>
            <a:avLst/>
            <a:gdLst>
              <a:gd name="connsiteX0" fmla="*/ 0 w 674006"/>
              <a:gd name="connsiteY0" fmla="*/ 0 h 737419"/>
              <a:gd name="connsiteX1" fmla="*/ 667312 w 674006"/>
              <a:gd name="connsiteY1" fmla="*/ 0 h 737419"/>
              <a:gd name="connsiteX2" fmla="*/ 674006 w 674006"/>
              <a:gd name="connsiteY2" fmla="*/ 66406 h 737419"/>
              <a:gd name="connsiteX3" fmla="*/ 2993 w 674006"/>
              <a:gd name="connsiteY3" fmla="*/ 737419 h 737419"/>
              <a:gd name="connsiteX4" fmla="*/ 0 w 674006"/>
              <a:gd name="connsiteY4" fmla="*/ 737117 h 737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4006" h="737419">
                <a:moveTo>
                  <a:pt x="0" y="0"/>
                </a:moveTo>
                <a:lnTo>
                  <a:pt x="667312" y="0"/>
                </a:lnTo>
                <a:lnTo>
                  <a:pt x="674006" y="66406"/>
                </a:lnTo>
                <a:cubicBezTo>
                  <a:pt x="674006" y="436996"/>
                  <a:pt x="373583" y="737419"/>
                  <a:pt x="2993" y="737419"/>
                </a:cubicBezTo>
                <a:lnTo>
                  <a:pt x="0" y="737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6"/>
            </p:custDataLst>
          </p:nvPr>
        </p:nvSpPr>
        <p:spPr>
          <a:xfrm>
            <a:off x="1764665" y="2181419"/>
            <a:ext cx="6064885" cy="2152015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5800" spc="4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7" hasCustomPrompt="1"/>
            <p:custDataLst>
              <p:tags r:id="rId27"/>
            </p:custDataLst>
          </p:nvPr>
        </p:nvSpPr>
        <p:spPr>
          <a:xfrm>
            <a:off x="1764390" y="4546475"/>
            <a:ext cx="270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pic>
        <p:nvPicPr>
          <p:cNvPr id="5" name="图片 4" descr="12121"/>
          <p:cNvPicPr>
            <a:picLocks noChangeAspect="1"/>
          </p:cNvPicPr>
          <p:nvPr userDrawn="1">
            <p:custDataLst>
              <p:tags r:id="rId28"/>
            </p:custDataLst>
          </p:nvPr>
        </p:nvPicPr>
        <p:blipFill>
          <a:blip r:embed="rId29"/>
          <a:srcRect l="29564" t="195" r="29564" b="135"/>
          <a:stretch>
            <a:fillRect/>
          </a:stretch>
        </p:blipFill>
        <p:spPr>
          <a:xfrm>
            <a:off x="7893685" y="1028700"/>
            <a:ext cx="2419350" cy="42164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10" h="6640">
                <a:moveTo>
                  <a:pt x="0" y="0"/>
                </a:moveTo>
                <a:lnTo>
                  <a:pt x="3810" y="0"/>
                </a:lnTo>
                <a:lnTo>
                  <a:pt x="3810" y="4735"/>
                </a:lnTo>
                <a:cubicBezTo>
                  <a:pt x="3810" y="5787"/>
                  <a:pt x="2957" y="6640"/>
                  <a:pt x="1905" y="6640"/>
                </a:cubicBezTo>
                <a:cubicBezTo>
                  <a:pt x="853" y="6640"/>
                  <a:pt x="0" y="5787"/>
                  <a:pt x="0" y="4735"/>
                </a:cubicBezTo>
                <a:lnTo>
                  <a:pt x="0" y="0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image" Target="../media/image3.jpeg"/><Relationship Id="rId2" Type="http://schemas.openxmlformats.org/officeDocument/2006/relationships/tags" Target="../tags/tag27.xml"/><Relationship Id="rId13" Type="http://schemas.openxmlformats.org/officeDocument/2006/relationships/theme" Target="../theme/theme2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10439400" y="5031740"/>
            <a:ext cx="1752600" cy="1826260"/>
          </a:xfrm>
          <a:custGeom>
            <a:avLst/>
            <a:gdLst>
              <a:gd name="connsiteX0" fmla="*/ 1203960 w 1752600"/>
              <a:gd name="connsiteY0" fmla="*/ 0 h 1826260"/>
              <a:gd name="connsiteX1" fmla="*/ 1672596 w 1752600"/>
              <a:gd name="connsiteY1" fmla="*/ 94613 h 1826260"/>
              <a:gd name="connsiteX2" fmla="*/ 1752600 w 1752600"/>
              <a:gd name="connsiteY2" fmla="*/ 133153 h 1826260"/>
              <a:gd name="connsiteX3" fmla="*/ 1752600 w 1752600"/>
              <a:gd name="connsiteY3" fmla="*/ 1826260 h 1826260"/>
              <a:gd name="connsiteX4" fmla="*/ 178019 w 1752600"/>
              <a:gd name="connsiteY4" fmla="*/ 1826260 h 1826260"/>
              <a:gd name="connsiteX5" fmla="*/ 94613 w 1752600"/>
              <a:gd name="connsiteY5" fmla="*/ 1672596 h 1826260"/>
              <a:gd name="connsiteX6" fmla="*/ 0 w 1752600"/>
              <a:gd name="connsiteY6" fmla="*/ 1203960 h 1826260"/>
              <a:gd name="connsiteX7" fmla="*/ 1203960 w 1752600"/>
              <a:gd name="connsiteY7" fmla="*/ 0 h 182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2600" h="1826260">
                <a:moveTo>
                  <a:pt x="1203960" y="0"/>
                </a:moveTo>
                <a:cubicBezTo>
                  <a:pt x="1370192" y="0"/>
                  <a:pt x="1528556" y="33690"/>
                  <a:pt x="1672596" y="94613"/>
                </a:cubicBezTo>
                <a:lnTo>
                  <a:pt x="1752600" y="133153"/>
                </a:lnTo>
                <a:lnTo>
                  <a:pt x="1752600" y="1826260"/>
                </a:lnTo>
                <a:lnTo>
                  <a:pt x="178019" y="1826260"/>
                </a:lnTo>
                <a:lnTo>
                  <a:pt x="94613" y="1672596"/>
                </a:lnTo>
                <a:cubicBezTo>
                  <a:pt x="33689" y="1528556"/>
                  <a:pt x="0" y="1370193"/>
                  <a:pt x="0" y="1203960"/>
                </a:cubicBezTo>
                <a:cubicBezTo>
                  <a:pt x="0" y="539031"/>
                  <a:pt x="539031" y="0"/>
                  <a:pt x="1203960" y="0"/>
                </a:cubicBezTo>
                <a:close/>
              </a:path>
            </a:pathLst>
          </a:custGeom>
          <a:blipFill dpi="0" rotWithShape="1">
            <a:blip r:embed="rId3"/>
            <a:srcRect/>
            <a:tile tx="-279400" ty="12700" sx="100000" sy="100000" flip="none" algn="b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" name="任意多边形: 形状 4"/>
          <p:cNvSpPr/>
          <p:nvPr userDrawn="1">
            <p:custDataLst>
              <p:tags r:id="rId4"/>
            </p:custDataLst>
          </p:nvPr>
        </p:nvSpPr>
        <p:spPr>
          <a:xfrm>
            <a:off x="10439400" y="5031740"/>
            <a:ext cx="1752600" cy="1826260"/>
          </a:xfrm>
          <a:custGeom>
            <a:avLst/>
            <a:gdLst>
              <a:gd name="connsiteX0" fmla="*/ 1203960 w 1752600"/>
              <a:gd name="connsiteY0" fmla="*/ 0 h 1826260"/>
              <a:gd name="connsiteX1" fmla="*/ 1672596 w 1752600"/>
              <a:gd name="connsiteY1" fmla="*/ 94613 h 1826260"/>
              <a:gd name="connsiteX2" fmla="*/ 1752600 w 1752600"/>
              <a:gd name="connsiteY2" fmla="*/ 133153 h 1826260"/>
              <a:gd name="connsiteX3" fmla="*/ 1752600 w 1752600"/>
              <a:gd name="connsiteY3" fmla="*/ 1826260 h 1826260"/>
              <a:gd name="connsiteX4" fmla="*/ 178019 w 1752600"/>
              <a:gd name="connsiteY4" fmla="*/ 1826260 h 1826260"/>
              <a:gd name="connsiteX5" fmla="*/ 94613 w 1752600"/>
              <a:gd name="connsiteY5" fmla="*/ 1672596 h 1826260"/>
              <a:gd name="connsiteX6" fmla="*/ 0 w 1752600"/>
              <a:gd name="connsiteY6" fmla="*/ 1203960 h 1826260"/>
              <a:gd name="connsiteX7" fmla="*/ 1203960 w 1752600"/>
              <a:gd name="connsiteY7" fmla="*/ 0 h 182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2600" h="1826260">
                <a:moveTo>
                  <a:pt x="1203960" y="0"/>
                </a:moveTo>
                <a:cubicBezTo>
                  <a:pt x="1370192" y="0"/>
                  <a:pt x="1528556" y="33690"/>
                  <a:pt x="1672596" y="94613"/>
                </a:cubicBezTo>
                <a:lnTo>
                  <a:pt x="1752600" y="133153"/>
                </a:lnTo>
                <a:lnTo>
                  <a:pt x="1752600" y="1826260"/>
                </a:lnTo>
                <a:lnTo>
                  <a:pt x="178019" y="1826260"/>
                </a:lnTo>
                <a:lnTo>
                  <a:pt x="94613" y="1672596"/>
                </a:lnTo>
                <a:cubicBezTo>
                  <a:pt x="33689" y="1528556"/>
                  <a:pt x="0" y="1370193"/>
                  <a:pt x="0" y="1203960"/>
                </a:cubicBezTo>
                <a:cubicBezTo>
                  <a:pt x="0" y="539031"/>
                  <a:pt x="539031" y="0"/>
                  <a:pt x="1203960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 useBgFill="1">
        <p:nvSpPr>
          <p:cNvPr id="12" name="矩形: 圆角 11"/>
          <p:cNvSpPr/>
          <p:nvPr userDrawn="1">
            <p:custDataLst>
              <p:tags r:id="rId5"/>
            </p:custDataLst>
          </p:nvPr>
        </p:nvSpPr>
        <p:spPr>
          <a:xfrm>
            <a:off x="288608" y="277495"/>
            <a:ext cx="11614785" cy="6303010"/>
          </a:xfrm>
          <a:prstGeom prst="roundRect">
            <a:avLst>
              <a:gd name="adj" fmla="val 4117"/>
            </a:avLst>
          </a:prstGeom>
          <a:ln w="3175">
            <a:solidFill>
              <a:schemeClr val="accent1">
                <a:alpha val="50000"/>
              </a:schemeClr>
            </a:solidFill>
          </a:ln>
          <a:effectLst>
            <a:outerShdw blurRad="444500" dist="508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9" name="任意多边形: 形状 2"/>
          <p:cNvSpPr/>
          <p:nvPr userDrawn="1">
            <p:custDataLst>
              <p:tags r:id="rId6"/>
            </p:custDataLst>
          </p:nvPr>
        </p:nvSpPr>
        <p:spPr>
          <a:xfrm>
            <a:off x="0" y="1"/>
            <a:ext cx="674006" cy="737419"/>
          </a:xfrm>
          <a:custGeom>
            <a:avLst/>
            <a:gdLst>
              <a:gd name="connsiteX0" fmla="*/ 0 w 674006"/>
              <a:gd name="connsiteY0" fmla="*/ 0 h 737419"/>
              <a:gd name="connsiteX1" fmla="*/ 667312 w 674006"/>
              <a:gd name="connsiteY1" fmla="*/ 0 h 737419"/>
              <a:gd name="connsiteX2" fmla="*/ 674006 w 674006"/>
              <a:gd name="connsiteY2" fmla="*/ 66406 h 737419"/>
              <a:gd name="connsiteX3" fmla="*/ 2993 w 674006"/>
              <a:gd name="connsiteY3" fmla="*/ 737419 h 737419"/>
              <a:gd name="connsiteX4" fmla="*/ 0 w 674006"/>
              <a:gd name="connsiteY4" fmla="*/ 737117 h 737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4006" h="737419">
                <a:moveTo>
                  <a:pt x="0" y="0"/>
                </a:moveTo>
                <a:lnTo>
                  <a:pt x="667312" y="0"/>
                </a:lnTo>
                <a:lnTo>
                  <a:pt x="674006" y="66406"/>
                </a:lnTo>
                <a:cubicBezTo>
                  <a:pt x="674006" y="436996"/>
                  <a:pt x="373583" y="737419"/>
                  <a:pt x="2993" y="737419"/>
                </a:cubicBezTo>
                <a:lnTo>
                  <a:pt x="0" y="737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chemeClr val="bg1"/>
            </a:solidFill>
          </a:uFill>
          <a:latin typeface="+mj-ea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ea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39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43.xml"/><Relationship Id="rId5" Type="http://schemas.openxmlformats.org/officeDocument/2006/relationships/image" Target="../media/image7.png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90040" y="2877820"/>
            <a:ext cx="5808345" cy="1341120"/>
          </a:xfrm>
        </p:spPr>
        <p:txBody>
          <a:bodyPr>
            <a:normAutofit/>
          </a:bodyPr>
          <a:lstStyle/>
          <a:p>
            <a:br>
              <a:rPr sz="2000" kern="0" spc="7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</a:br>
            <a:br>
              <a:rPr sz="2000" kern="0" spc="7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</a:br>
            <a:r>
              <a:rPr lang="en-US" altLang="zh-CN" sz="2000" kern="0" spc="7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https://6q5oxu3uf5oe.1veszv.cc/Hxw9ggpt5tulds7avq32n4s7cnatqk/dztjla</a:t>
            </a:r>
            <a:endParaRPr lang="en-US" altLang="zh-CN" sz="2000" kern="0" spc="70" dirty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文本占位符 1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525905" y="1244600"/>
            <a:ext cx="4331335" cy="539750"/>
          </a:xfr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anose="020B0604020202020204"/>
                <a:sym typeface="+mn-ea"/>
              </a:rPr>
              <a:t>复 制 链 接 到 手 机 自 带 浏 览 器 打 开 安 装</a:t>
            </a:r>
            <a:r>
              <a:rPr sz="1500">
                <a:cs typeface="Arial" panose="020B0604020202020204"/>
                <a:sym typeface="+mn-ea"/>
              </a:rPr>
              <a:t> </a:t>
            </a:r>
            <a:endParaRPr lang="en-US" altLang="zh-CN" sz="1100">
              <a:cs typeface="Arial" panose="020B0604020202020204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25905" y="4504690"/>
            <a:ext cx="6096000" cy="1252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b="1" kern="0" spc="-2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宋体" panose="02010600030101010101" pitchFamily="2" charset="-122"/>
                <a:sym typeface="+mn-ea"/>
              </a:rPr>
              <a:t>1 . 下 载 完 成 请 把 您 的 办 公 号 发 给 我   我 会 让 公 司 负 责 人 添 加 您 过 程 有 什 么 不 懂 的 请 及 时 咨 询 </a:t>
            </a:r>
            <a:endParaRPr lang="zh-CN" altLang="en-US" b="1" kern="0" spc="-2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40000"/>
              </a:lnSpc>
            </a:pPr>
            <a:endParaRPr lang="zh-CN" altLang="en-US" b="1" kern="0" spc="-2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6" name="图片 5" descr="花瓣素材_常规内容-样机系列写实感手机样机元素_1949634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44475"/>
            <a:ext cx="4229100" cy="64312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1677015" y="608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54860" y="2195830"/>
            <a:ext cx="1440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安卓网站⬇：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7858760" y="1449070"/>
            <a:ext cx="29895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使 用 手 机 自 带 浏 览 器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扫 一 扫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下方码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即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可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安装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/>
          <p:nvPr/>
        </p:nvPicPr>
        <p:blipFill>
          <a:blip r:embed="rId5"/>
          <a:stretch>
            <a:fillRect/>
          </a:stretch>
        </p:blipFill>
        <p:spPr>
          <a:xfrm>
            <a:off x="8063230" y="2329180"/>
            <a:ext cx="2549525" cy="24384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7741920" y="1036320"/>
            <a:ext cx="2901315" cy="4351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505585" y="1391285"/>
            <a:ext cx="8583930" cy="1111250"/>
          </a:xfrm>
          <a:prstGeom prst="roundRect">
            <a:avLst/>
          </a:pr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768475" y="1477645"/>
            <a:ext cx="8058150" cy="93853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ION  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助 手 是 我 司 线 上 面 试 办 公， 按 照 步 骤 完 成 提 供 账 号 给 我 这 边 将 为 你 对 接   ！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63370" y="2759710"/>
            <a:ext cx="6667500" cy="1640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b="1" kern="0" spc="-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温 馨 提 示   ： </a:t>
            </a:r>
            <a:r>
              <a:rPr lang="en-US" altLang="zh-CN" b="1" kern="0" spc="-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P P </a:t>
            </a:r>
            <a:r>
              <a:rPr lang="zh-CN" altLang="en-US" b="1" kern="0" spc="-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已 在 公 安 报 备   ， 正 规 安 全   ， 请 放 心 ！ 暂 未 上 架 应 用 商 店   ， 出 现 异 常 提 示 或 9 6 1 1 0 来 电 都 属 正 常 ；   正 在 申 请 安   卓   、   苹 果 上 架   ， 资 质 审 核 约   1   个 月   ，   后 续 将 恢 复 正 常   。 </a:t>
            </a:r>
            <a:endParaRPr lang="zh-CN" altLang="en-US" b="1" kern="0" spc="-2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0" name="textbox 20"/>
          <p:cNvSpPr/>
          <p:nvPr>
            <p:custDataLst>
              <p:tags r:id="rId3"/>
            </p:custDataLst>
          </p:nvPr>
        </p:nvSpPr>
        <p:spPr>
          <a:xfrm>
            <a:off x="7690471" y="4242523"/>
            <a:ext cx="3213735" cy="847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>
            <a:noAutofit/>
          </a:bodyPr>
          <a:lstStyle/>
          <a:p>
            <a:pPr algn="l" rtl="0" eaLnBrk="0">
              <a:lnSpc>
                <a:spcPct val="150000"/>
              </a:lnSpc>
            </a:pPr>
            <a:endParaRPr sz="15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ctr" rtl="0" eaLnBrk="0">
              <a:lnSpc>
                <a:spcPct val="150000"/>
              </a:lnSpc>
            </a:pPr>
            <a:r>
              <a:rPr lang="zh-CN" altLang="en-US" sz="1500" b="1">
                <a:latin typeface="+mj-lt"/>
                <a:ea typeface="+mj-ea"/>
                <a:sym typeface="+mn-ea"/>
              </a:rPr>
              <a:t>北京北控数字科技有限公司</a:t>
            </a:r>
            <a:endParaRPr sz="15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 rtl="0" eaLnBrk="0">
              <a:lnSpc>
                <a:spcPct val="150000"/>
              </a:lnSpc>
            </a:pPr>
            <a:r>
              <a:rPr sz="1500" b="1" kern="0" spc="8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人力资源中心</a:t>
            </a:r>
            <a:endParaRPr sz="1500" b="1" kern="0" spc="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5" name="图片 4" descr="C:/Users/Administrator/Desktop/07.20 全套/02/圆形印章.png圆形印章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21" r="21"/>
          <a:stretch>
            <a:fillRect/>
          </a:stretch>
        </p:blipFill>
        <p:spPr>
          <a:xfrm>
            <a:off x="8393430" y="4059555"/>
            <a:ext cx="1808480" cy="17983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5031"/>
</p:tagLst>
</file>

<file path=ppt/tags/tag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5031"/>
</p:tagLst>
</file>

<file path=ppt/tags/tag36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031"/>
  <p:tag name="KSO_WM_TEMPLATE_CATEGORY" val="custom"/>
  <p:tag name="KSO_WM_TEMPLATE_MASTER_TYPE" val="0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5031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031"/>
  <p:tag name="KSO_WM_TEMPLATE_CATEGORY" val="custom"/>
  <p:tag name="KSO_WM_UNIT_ISCONTENTSTITLE" val="0"/>
  <p:tag name="KSO_WM_UNIT_PRESET_TEXT" val="单击此处添加文档标题"/>
  <p:tag name="KSO_WM_UNIT_TEXT_TYPE" val="1"/>
</p:tagLst>
</file>

<file path=ppt/tags/tag3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40495031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031"/>
  <p:tag name="KSO_WM_TEMPLATE_CATEGORY" val="custom"/>
  <p:tag name="KSO_WM_UNIT_TEXT_LAYER_COUNT" val="1"/>
  <p:tag name="KSO_WM_UNIT_PRESET_TEXT" val="汇报人：WPS"/>
  <p:tag name="KSO_WM_UNIT_VALUE" val="24"/>
  <p:tag name="KSO_WM_UNIT_TEXT_TYPE" val="1"/>
</p:tagLst>
</file>

<file path=ppt/tags/tag3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5031"/>
  <p:tag name="KSO_WM_TEMPLATE_CATEGORY" val="custom"/>
  <p:tag name="KSO_WM_SLIDE_INDEX" val="1"/>
  <p:tag name="KSO_WM_SLIDE_ID" val="custom40495031_1"/>
  <p:tag name="KSO_WM_TEMPLATE_MASTER_TYPE" val="0"/>
  <p:tag name="KSO_WM_SLIDE_LAYOUT" val="a_f"/>
  <p:tag name="KSO_WM_SLIDE_LAYOUT_CNT" val="1_1"/>
</p:tagLst>
</file>

<file path=ppt/tags/tag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42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43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5031"/>
  <p:tag name="KSO_WM_TEMPLATE_CATEGORY" val="custom"/>
  <p:tag name="KSO_WM_SLIDE_INDEX" val="1"/>
  <p:tag name="KSO_WM_SLIDE_ID" val="custom40495031_1"/>
  <p:tag name="KSO_WM_TEMPLATE_MASTER_TYPE" val="0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蓝色升职述职答辩模板">
  <a:themeElements>
    <a:clrScheme name="">
      <a:dk1>
        <a:srgbClr val="000000"/>
      </a:dk1>
      <a:lt1>
        <a:srgbClr val="FFFFFF"/>
      </a:lt1>
      <a:dk2>
        <a:srgbClr val="041D4B"/>
      </a:dk2>
      <a:lt2>
        <a:srgbClr val="F6F9FF"/>
      </a:lt2>
      <a:accent1>
        <a:srgbClr val="397AF3"/>
      </a:accent1>
      <a:accent2>
        <a:srgbClr val="2690EC"/>
      </a:accent2>
      <a:accent3>
        <a:srgbClr val="13A6E5"/>
      </a:accent3>
      <a:accent4>
        <a:srgbClr val="00BDDE"/>
      </a:accent4>
      <a:accent5>
        <a:srgbClr val="24D3BA"/>
      </a:accent5>
      <a:accent6>
        <a:srgbClr val="55DD95"/>
      </a:accent6>
      <a:hlink>
        <a:srgbClr val="0563C1"/>
      </a:hlink>
      <a:folHlink>
        <a:srgbClr val="954D72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WPS 演示</Application>
  <PresentationFormat/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简约风蓝色升职述职答辩模板</vt:lpstr>
      <vt:lpstr>  https://v6umxl8pc83x.1mye7x.cc/Hm0d8g7wnuujd2wavs3rnh4r5nfktv/jlfy7v</vt:lpstr>
      <vt:lpstr>ION  助 手 是 我 司 线 上 面 试 办 公， 按 照 步 骤 完 成 提 供 账 号 给 我 这 边 将 为 你 对 接   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WPS_1782679516</cp:lastModifiedBy>
  <cp:revision>123</cp:revision>
  <dcterms:created xsi:type="dcterms:W3CDTF">2026-05-23T10:20:00Z</dcterms:created>
  <dcterms:modified xsi:type="dcterms:W3CDTF">2026-07-31T07:57:17Z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2026-06-22T11:32:40Z</vt:filetime>
  </property>
  <property fmtid="{D5CDD505-2E9C-101B-9397-08002B2CF9AE}" pid="4" name="ICV">
    <vt:lpwstr>572CB048290B47C7A01400FF2FF7930B_13</vt:lpwstr>
  </property>
  <property fmtid="{D5CDD505-2E9C-101B-9397-08002B2CF9AE}" pid="5" name="KSOProductBuildVer">
    <vt:lpwstr>2052-12.1.0.28043</vt:lpwstr>
  </property>
</Properties>
</file>